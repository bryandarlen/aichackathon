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47" d="100"/>
          <a:sy n="47" d="100"/>
        </p:scale>
        <p:origin x="4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9608-28C0-AD2C-6247-084C315A5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E2F97-B198-5FB4-C6D6-3B95753F5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89C6E-7E46-1168-2BBB-5917B10C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41C00-A11D-DFB0-36D7-66E581E8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D7914-C2D5-8D66-E6BB-F18F25E2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149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45AC-2130-AB5C-DE98-CC9FDC56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7A4A-4DB2-A7A5-0A8D-36C764FE1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CE7A-59F5-FD33-16B9-83E0164D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FA98A-3F63-1B3B-E760-901E0215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E7EC9-F0A0-C4FF-5770-B197949E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294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8F02-26F4-F26C-40EA-F4BCFC1F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7D6F2-BFEA-1B09-851B-68CD6EE85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5F96-F9CC-AF8C-DEEC-17632C63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16469-6260-5DBC-EF5E-6EC955BF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64592-5E19-3B9A-E2FF-66F5B83E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6150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A652-1968-A035-97C7-E36A63CE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2731F-48F5-12CF-28E5-715C7AD15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7D854-96CA-3AB1-E625-9CC52B430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1D9B-B4E8-D63F-B5AE-DD139734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6F281-5AE3-93DB-FAFF-67D1D281A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A18FD-5082-83AD-3D73-ABF3582B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862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4590-4958-BFB8-43B0-05D1A88B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69287-E7AA-1A1D-DD3B-E11CE8747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90018-49DB-22C4-E10F-CEDCBAD00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9C6DD-63AB-307B-0B74-C997DB9D7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C933E-024D-6E58-59C8-A12F031A4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D1907A-6F0B-AFEF-5AE1-8E4F0A6E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9D692-C05D-9C8B-1108-E30F51E5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C220C-E06B-5A62-04F9-B69B1FFC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745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47A2-DA17-E0CF-39A8-2FF86C2E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A97B9-5E3F-5939-24C8-7FD4EC44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3714-A04A-C4DB-13D7-25439CCA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B8F47-E5B9-FCFC-C3A4-6B640D0D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800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F8FD4-3668-F636-BD13-82B2FE02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D849C-BAA6-65D4-7986-9543F1DA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B576-65CC-F9E2-B489-2BA09F25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332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4F6C-BB55-796E-418E-BC709EC1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EBC2-044F-1F02-F5C0-9A358528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EF411-E67D-1D72-551A-2D3479216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D80C4-3E09-E4AB-DD36-9C8788E5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B11FD-18DC-0543-72B5-D86DE4C9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7DDC6-9A86-14F1-C9F0-DEACB158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79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3A93-4077-BB27-64D9-6C16FEAF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8AC87-838C-6DD5-8552-0EE0E103C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DA6B6-85D1-2116-E162-26A0816C5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4FD8A-9908-4590-7AF3-6E4A263B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84D9D-A5B7-6FF7-6922-05CA8E3B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97353-C1BC-2B33-49C4-99173D2A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843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07CF-00CD-F295-6D63-8BDE7748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05A59-89D9-FC4B-B471-DA9FA8C48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D8A82-E47C-06BD-1E10-7180B5B9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E76BE-C453-925D-AA94-0B45B881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81E2E-7D8F-9D7D-D5C4-26857F3C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069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7A515-29FD-7C8B-2844-FCB11699D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FFA25-1671-2F3F-A4A4-9B532791E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C2C39-825B-2EDF-34F5-0DDA44A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DDFE-F669-C5A1-88E3-DBFE2258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04162-7E68-00FD-988F-EDDDDF7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4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0E19E-C644-5B91-58C1-404478BC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B155A-183D-35EB-FF03-ED09A93B1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C0FB-EB57-DAA7-1350-7DDCA6E65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58A2B-74F6-463F-B6DA-8A4A6C5B6DF8}" type="datetimeFigureOut">
              <a:rPr lang="en-ID" smtClean="0"/>
              <a:t>25/05/2026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F86D8-CC41-5D0F-6D8E-4355FE7E2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13721-C7F0-3B60-0E1D-E22E4638D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05559-F372-4C23-8CFA-E3861DDEAD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01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60AA-B2BB-3A4B-DFE7-F9E2A6800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6F4B4-B644-87A3-2292-6B4CFCC27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823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Darlen</dc:creator>
  <cp:lastModifiedBy>Bryan Darlen</cp:lastModifiedBy>
  <cp:revision>1</cp:revision>
  <dcterms:created xsi:type="dcterms:W3CDTF">2026-05-24T18:39:08Z</dcterms:created>
  <dcterms:modified xsi:type="dcterms:W3CDTF">2026-05-24T18:39:44Z</dcterms:modified>
</cp:coreProperties>
</file>